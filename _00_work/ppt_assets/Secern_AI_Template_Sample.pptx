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0" y="3168000"/>
            <a:ext cx="2160000" cy="288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0000" y="1800000"/>
            <a:ext cx="10032119" cy="1440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ctr"/>
            <a:r>
              <a:rPr sz="4000" b="1" i="0">
                <a:solidFill>
                  <a:srgbClr val="FFFFFF"/>
                </a:solidFill>
                <a:latin typeface="Pretendard"/>
              </a:rPr>
              <a:t>Secern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0" y="3420000"/>
            <a:ext cx="10032119" cy="7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0" i="0">
                <a:solidFill>
                  <a:srgbClr val="FFF5F0"/>
                </a:solidFill>
                <a:latin typeface="Pretendard"/>
              </a:rPr>
              <a:t>프레젠테이션 템플릿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000" y="4680000"/>
            <a:ext cx="10032119" cy="3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FFF5F0"/>
                </a:solidFill>
                <a:latin typeface="Pretendard"/>
              </a:rPr>
              <a:t>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4968000"/>
            <a:ext cx="10032119" cy="3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FFF5F0"/>
                </a:solidFill>
                <a:latin typeface="Pretendard"/>
              </a:rPr>
              <a:t>secern.ai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일반 콘텐츠 슬라이드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11328119" cy="577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첫 번째 항목 설명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두 번째 항목 설명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세 번째 항목 설명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비교 슬라이드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5484059" cy="3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4800"/>
                </a:solidFill>
                <a:latin typeface="Pretendard"/>
              </a:rPr>
              <a:t>옵션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224000"/>
            <a:ext cx="5484059" cy="523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Pretendard"/>
              </a:rPr>
              <a:t>왼쪽 항목 1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Pretendard"/>
              </a:rPr>
              <a:t>왼쪽 항목 2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Pretendard"/>
              </a:rPr>
              <a:t>왼쪽 항목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6059" y="792000"/>
            <a:ext cx="5484059" cy="3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4800"/>
                </a:solidFill>
                <a:latin typeface="Pretendard"/>
              </a:rPr>
              <a:t>옵션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6059" y="1224000"/>
            <a:ext cx="5484059" cy="523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Pretendard"/>
              </a:rPr>
              <a:t>오른쪽 항목 1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Pretendard"/>
              </a:rPr>
              <a:t>오른쪽 항목 2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Pretendard"/>
              </a:rPr>
              <a:t>오른쪽 항목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데이터 테이블 슬라이드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32000" y="900000"/>
          <a:ext cx="11328119" cy="549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6039"/>
                <a:gridCol w="3776039"/>
                <a:gridCol w="3776041"/>
              </a:tblGrid>
              <a:tr h="137250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항목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값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상태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13725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항목 1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100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완료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13725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항목 2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200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진행 중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13725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항목 3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300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예정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2160000"/>
            <a:ext cx="10032119" cy="14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FFFFFF"/>
                </a:solidFill>
                <a:latin typeface="Pretendard"/>
              </a:rPr>
              <a:t>다음 섹션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780000"/>
            <a:ext cx="10032119" cy="7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0" i="0">
                <a:solidFill>
                  <a:srgbClr val="FFFFFF"/>
                </a:solidFill>
                <a:latin typeface="Pretendard"/>
              </a:rPr>
              <a:t>챕터 전환 슬라이드 예시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코드 블록 슬라이드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11328119" cy="10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API 호출 예시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2052000"/>
            <a:ext cx="11112119" cy="423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2160000"/>
            <a:ext cx="10752119" cy="4014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E0E0E0"/>
                </a:solidFill>
                <a:latin typeface="Pretendard"/>
              </a:rPr>
              <a:t>curl -X POST https://api.secern.ai/generate \
  -H "Authorization: Bearer $TOKEN" \
  -d '{"prompt": "hello"}'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20000" y="3060000"/>
            <a:ext cx="3600000" cy="288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0000" y="1800000"/>
            <a:ext cx="10032119" cy="1440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ctr"/>
            <a:r>
              <a:rPr sz="4000" b="1" i="0">
                <a:solidFill>
                  <a:srgbClr val="FFFFFF"/>
                </a:solidFill>
                <a:latin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0" y="3420000"/>
            <a:ext cx="10032119" cy="7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0" i="0">
                <a:solidFill>
                  <a:srgbClr val="FFF5F0"/>
                </a:solidFill>
                <a:latin typeface="Pretendard"/>
              </a:rPr>
              <a:t>Secern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000" y="4500000"/>
            <a:ext cx="10032119" cy="3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FFF5F0"/>
                </a:solidFill>
                <a:latin typeface="Pretendard"/>
              </a:rPr>
              <a:t>secern.ai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4788000"/>
            <a:ext cx="10032119" cy="3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FFF5F0"/>
                </a:solidFill>
                <a:latin typeface="Pretendard"/>
              </a:rPr>
              <a:t>info@secern.ai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